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12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sanyx-logo-horizontal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0282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377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Turning data into decisions that drive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C8DCFF"/>
                </a:solidFill>
              </a:rPr>
              <a:t>Boutique consulting for Business Intelligence, Data Engineering and Cloud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B4C8EB"/>
                </a:solidFill>
              </a:rPr>
              <a:t>www.asanyxanalytics.com   ·   hello@asanyxanalytics.com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sanyx-logo-horizontal-o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543751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257C7"/>
                </a:solidFill>
              </a:rPr>
              <a:t>01  · 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0B2A6B"/>
                </a:solidFill>
              </a:rPr>
              <a:t>Section title goes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6B7A99"/>
                </a:solidFill>
              </a:rPr>
              <a:t>Optional supporting statement for this section — one sentence that frames the narrative for the slides that follow.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sanyx-logo-horizontal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12394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3200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Business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B2A6B"/>
                </a:solidFill>
              </a:rPr>
              <a:t>Slide title — one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6B7A99"/>
                </a:solidFill>
              </a:rPr>
              <a:t>Supporting subtitle or one-liner context.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356616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73152" cy="2743200"/>
          </a:xfrm>
          <a:prstGeom prst="rect">
            <a:avLst/>
          </a:prstGeom>
          <a:solidFill>
            <a:srgbClr val="12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257C7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B2A6B"/>
                </a:solidFill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A99"/>
                </a:solidFill>
              </a:rPr>
              <a:t>Understand goals, users and current-state data landscape.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834640"/>
            <a:ext cx="356616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834640"/>
            <a:ext cx="73152" cy="2743200"/>
          </a:xfrm>
          <a:prstGeom prst="rect">
            <a:avLst/>
          </a:prstGeom>
          <a:solidFill>
            <a:srgbClr val="12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257C7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74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B2A6B"/>
                </a:solidFill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1148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A99"/>
                </a:solidFill>
              </a:rPr>
              <a:t>Semantic models, dashboards and pipelines built on modern stack.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834640"/>
            <a:ext cx="3566160" cy="2743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834640"/>
            <a:ext cx="73152" cy="2743200"/>
          </a:xfrm>
          <a:prstGeom prst="rect">
            <a:avLst/>
          </a:prstGeom>
          <a:solidFill>
            <a:srgbClr val="12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257C7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474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B2A6B"/>
                </a:solidFill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1148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A99"/>
                </a:solidFill>
              </a:rPr>
              <a:t>Migration, rollout and adoption with measurable business impact.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99"/>
                </a:solidFill>
              </a:rPr>
              <a:t>ASANYX Analytics   ·   www.asanyxanalytics.com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sanyx-logo-horizontal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12394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B2A6B"/>
                </a:solidFill>
              </a:rPr>
              <a:t>Why ASANYX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257C7"/>
                </a:solidFill>
              </a:rPr>
              <a:t>PRACTITIONER-LED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5212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0B1B3A"/>
                </a:solidFill>
              </a:rPr>
              <a:t>Every engagement is led by senior data &amp; BI practitioners who have delivered enterprise analytics programs across BFSI, retail, logistics and edtech — no juniors, no hand-offs.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257C7"/>
                </a:solidFill>
              </a:rPr>
              <a:t>OUTCOME OBSESSED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651760"/>
            <a:ext cx="5212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0B1B3A"/>
                </a:solidFill>
              </a:rPr>
              <a:t>We anchor projects to measurable business outcomes — cost saved, cycle time cut, revenue unlocked — not just dashboards shipped.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sanyx-mark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Let's build your modern data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C8DCFF"/>
                </a:solidFill>
              </a:rPr>
              <a:t>Talk to an ASANYX expert — a boutique team, top-tier craft.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5029200"/>
            <a:ext cx="2468880" cy="548640"/>
          </a:xfrm>
          <a:prstGeom prst="rect">
            <a:avLst/>
          </a:prstGeom>
          <a:solidFill>
            <a:srgbClr val="125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51206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Talk to an expert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C8DCFF"/>
                </a:solidFill>
              </a:rPr>
              <a:t>www.asanyxanalytics.com   ·   hello@asanyxanalytics.com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